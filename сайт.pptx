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4.xml"/><Relationship Id="rId3" Type="http://schemas.openxmlformats.org/officeDocument/2006/relationships/image" Target="../media/image1.jpeg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7.xml"/><Relationship Id="rId3" Type="http://schemas.openxmlformats.org/officeDocument/2006/relationships/image" Target="../media/image2.jpe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6.xml"/><Relationship Id="rId3" Type="http://schemas.openxmlformats.org/officeDocument/2006/relationships/image" Target="../media/image3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4105" y="4086860"/>
            <a:ext cx="10043160" cy="1179195"/>
          </a:xfrm>
        </p:spPr>
        <p:txBody>
          <a:bodyPr wrap="square">
            <a:normAutofit/>
          </a:bodyPr>
          <a:lstStyle/>
          <a:p>
            <a:pPr algn="ctr"/>
            <a:r>
              <a:rPr lang="en-US" altLang="en-US" dirty="0">
                <a:ea typeface="+mj-ea"/>
              </a:rPr>
              <a:t>Невуми</a:t>
            </a:r>
            <a:endParaRPr lang="en-US" altLang="en-US" dirty="0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altLang="en-US" dirty="0">
                <a:ea typeface="+mn-ea"/>
              </a:rPr>
              <a:t>Тамагочи-друг для концентрации на учёбе</a:t>
            </a:r>
            <a:endParaRPr lang="en-US" altLang="en-US" dirty="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Проблема</a:t>
            </a:r>
            <a:r>
              <a:rPr lang="ru-RU" altLang="en-US"/>
              <a:t> (боль)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6068060" cy="4873625"/>
          </a:xfrm>
        </p:spPr>
        <p:txBody>
          <a:bodyPr>
            <a:normAutofit lnSpcReduction="10000"/>
          </a:bodyPr>
          <a:p>
            <a:pPr marL="0" indent="457200">
              <a:buNone/>
            </a:pPr>
            <a:r>
              <a:rPr lang="en-US" altLang="en-US"/>
              <a:t>Дети школьного возраста теряют концентрацию из-за обилия отвлекающих факторов (соцсети, игры, уведомления).</a:t>
            </a:r>
            <a:endParaRPr lang="en-US" altLang="en-US"/>
          </a:p>
          <a:p>
            <a:pPr marL="0" indent="457200">
              <a:buNone/>
            </a:pPr>
            <a:r>
              <a:rPr lang="ru-RU" altLang="en-US"/>
              <a:t>С</a:t>
            </a:r>
            <a:r>
              <a:rPr lang="en-US" altLang="en-US"/>
              <a:t>реднее время удержания внимания у детей младшего школьного возраста — 15–20 минут, тогда как цифровая среда требует более длительной концентрации.</a:t>
            </a:r>
            <a:endParaRPr lang="en-US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6838950" y="1355090"/>
            <a:ext cx="4577715" cy="41471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Решение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6110605" cy="487362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 «Невуми» — виртуальный питомец (тамагочи), который «растёт» и «развивается» только тогда, когда ребёнок занимается учёбой.</a:t>
            </a:r>
            <a:endParaRPr lang="en-US" altLang="en-US"/>
          </a:p>
          <a:p>
            <a:pPr marL="0" indent="0">
              <a:buNone/>
            </a:pPr>
            <a:r>
              <a:rPr lang="ru-RU" altLang="en-US"/>
              <a:t>Расширение </a:t>
            </a:r>
            <a:r>
              <a:rPr lang="en-US" altLang="en-US"/>
              <a:t>синхронизируется с обучающими платформами. Чем больше времени ребёнок проводит за учёбой, тем счастливее и здоровее становится питомец. Если ребёнок отвлекается — питомец грустит.</a:t>
            </a:r>
            <a:endParaRPr lang="en-US" altLang="en-US"/>
          </a:p>
        </p:txBody>
      </p:sp>
      <p:pic>
        <p:nvPicPr>
          <p:cNvPr id="5" name="Изображение 4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315" y="1462405"/>
            <a:ext cx="3933190" cy="39331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Рынок и конкуренты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457200">
              <a:buNone/>
            </a:pPr>
            <a:r>
              <a:rPr lang="en-US" altLang="ru-RU"/>
              <a:t>EdTech (Educational Technology) </a:t>
            </a:r>
            <a:r>
              <a:rPr lang="en-US" altLang="en-US"/>
              <a:t>для детей в России и СНГ растёт на 20–25% в год. Целевая аудитория — семьи с детьми 7–12 лет.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Конкуренты: Приложения для тайм-менеджмента (</a:t>
            </a:r>
            <a:r>
              <a:rPr lang="en-US" altLang="ru-RU"/>
              <a:t>Forest, Pomodoro), </a:t>
            </a:r>
            <a:r>
              <a:rPr lang="en-US" altLang="en-US"/>
              <a:t>образовательные платформы. Отличие «Невуми» — в геймификации через эмоциональную привязанность к питомцу и фокусе на детской аудитории.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algn="ctr"/>
            <a:br>
              <a:rPr lang="en-US" altLang="en-US"/>
            </a:br>
            <a:br>
              <a:rPr lang="en-US" altLang="ru-RU"/>
            </a:br>
            <a:r>
              <a:rPr lang="en-US" altLang="en-US">
                <a:sym typeface="+mn-ea"/>
              </a:rPr>
              <a:t>Бизнес-модель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Б</a:t>
            </a:r>
            <a:r>
              <a:rPr lang="en-US" altLang="en-US"/>
              <a:t>азовый питомец бесплатно.</a:t>
            </a:r>
            <a:endParaRPr lang="en-US" altLang="ru-RU"/>
          </a:p>
          <a:p>
            <a:pPr marL="0" indent="0">
              <a:buNone/>
            </a:pPr>
            <a:r>
              <a:rPr lang="en-US" altLang="en-US"/>
              <a:t>Подписка (премиум-питомцы, расширенная статистика для родителей) — 199 руб./мес.</a:t>
            </a:r>
            <a:endParaRPr lang="en-US" altLang="ru-RU"/>
          </a:p>
          <a:p>
            <a:pPr marL="0" indent="0">
              <a:buNone/>
            </a:pPr>
            <a:r>
              <a:rPr lang="en-US" altLang="en-US"/>
              <a:t>Партнёрства с школами и образовательными центрами (</a:t>
            </a:r>
            <a:r>
              <a:rPr lang="en-US" altLang="ru-RU"/>
              <a:t>B2B).</a:t>
            </a:r>
            <a:endParaRPr lang="en-US" altLang="ru-RU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br>
              <a:rPr lang="en-US" altLang="en-US"/>
            </a:br>
            <a:br>
              <a:rPr lang="en-US" altLang="ru-RU"/>
            </a:br>
            <a:r>
              <a:rPr lang="en-US" altLang="en-US">
                <a:sym typeface="+mn-ea"/>
              </a:rPr>
              <a:t>Текущий прогресс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10800080" cy="2593975"/>
          </a:xfrm>
        </p:spPr>
        <p:txBody>
          <a:bodyPr>
            <a:normAutofit lnSpcReduction="10000"/>
          </a:bodyPr>
          <a:p>
            <a:pPr marL="0" indent="457200">
              <a:buNone/>
            </a:pPr>
            <a:r>
              <a:rPr lang="en-US" altLang="ru-RU"/>
              <a:t>MVP </a:t>
            </a:r>
            <a:r>
              <a:rPr lang="en-US" altLang="en-US"/>
              <a:t>готов, проведены первые тесты с фокус-группой (20 детей).</a:t>
            </a:r>
            <a:endParaRPr lang="en-US" altLang="ru-RU"/>
          </a:p>
          <a:p>
            <a:pPr marL="0" indent="457200">
              <a:buNone/>
            </a:pPr>
            <a:r>
              <a:rPr lang="en-US" altLang="en-US"/>
              <a:t>Среднее время учёбы увеличилось на 30% у тестовой группы. 80% детей продолжали использовать </a:t>
            </a:r>
            <a:r>
              <a:rPr lang="ru-RU" altLang="en-US"/>
              <a:t>расширение </a:t>
            </a:r>
            <a:r>
              <a:rPr lang="en-US" altLang="en-US"/>
              <a:t>через 2 недели.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Запуск бета-версии в школах-партнёрах</a:t>
            </a:r>
            <a:endParaRPr lang="en-US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3895725"/>
            <a:ext cx="4495165" cy="27965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/>
          <a:p>
            <a:pPr algn="ctr"/>
            <a:r>
              <a:rPr lang="ru-RU" altLang="en-US"/>
              <a:t>Команда и контакты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/>
              <a:t>Коржевина Дарья</a:t>
            </a:r>
            <a:endParaRPr lang="ru-RU" altLang="en-US"/>
          </a:p>
          <a:p>
            <a:r>
              <a:rPr lang="ru-RU" altLang="en-US"/>
              <a:t>Кулык Евгений </a:t>
            </a:r>
            <a:endParaRPr lang="ru-RU" altLang="en-US"/>
          </a:p>
          <a:p>
            <a:r>
              <a:rPr lang="ru-RU" altLang="en-US"/>
              <a:t>Лебедев Матвей</a:t>
            </a:r>
            <a:endParaRPr lang="ru-RU" altLang="en-US"/>
          </a:p>
          <a:p>
            <a:r>
              <a:rPr lang="ru-RU" altLang="en-US"/>
              <a:t>Люьченко Владимир</a:t>
            </a:r>
            <a:endParaRPr lang="ru-RU" altLang="en-US"/>
          </a:p>
          <a:p>
            <a:r>
              <a:rPr lang="ru-RU" altLang="en-US"/>
              <a:t>Саложин Юрий</a:t>
            </a:r>
            <a:endParaRPr lang="ru-RU" altLang="en-US"/>
          </a:p>
          <a:p>
            <a:endParaRPr lang="ru-RU" altLang="en-US"/>
          </a:p>
          <a:p>
            <a:r>
              <a:rPr lang="ru-RU" altLang="en-US"/>
              <a:t>Во время проведения пары можно обратится в кабинку №1</a:t>
            </a:r>
            <a:endParaRPr lang="ru-RU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13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131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1530</Words>
  <Application>WPS Presentation</Application>
  <PresentationFormat>Широкоэкранный</PresentationFormat>
  <Paragraphs>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Segoe Print</vt:lpstr>
      <vt:lpstr>Manrope ExtraBold</vt:lpstr>
      <vt:lpstr>quote-cjk-patch</vt:lpstr>
      <vt:lpstr>Arial</vt:lpstr>
      <vt:lpstr>WPS</vt:lpstr>
      <vt:lpstr>Office Theme</vt:lpstr>
      <vt:lpstr>Your title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Невуми</dc:title>
  <dc:creator/>
  <cp:lastModifiedBy>salur</cp:lastModifiedBy>
  <cp:revision>10</cp:revision>
  <dcterms:created xsi:type="dcterms:W3CDTF">2026-10-09T17:08:00Z</dcterms:created>
  <dcterms:modified xsi:type="dcterms:W3CDTF">2026-10-09T17:29:03Z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E34FFE8039F0444781DE881E3FB8783D_12</vt:lpwstr>
  </property>
</Properties>
</file>